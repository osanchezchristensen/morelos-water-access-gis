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58" r:id="rId6"/>
    <p:sldId id="260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98FAE-BF52-4B94-94CA-4E15B096DB83}" v="94" dt="2025-05-06T01:03:13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Christensen, Oscar" userId="af5c745b-7c13-40df-8da2-bc4a3d92a253" providerId="ADAL" clId="{E3E98FAE-BF52-4B94-94CA-4E15B096DB83}"/>
    <pc:docChg chg="undo custSel addSld delSld modSld sldOrd">
      <pc:chgData name="Sanchez Christensen, Oscar" userId="af5c745b-7c13-40df-8da2-bc4a3d92a253" providerId="ADAL" clId="{E3E98FAE-BF52-4B94-94CA-4E15B096DB83}" dt="2025-05-06T01:07:28.896" v="1253" actId="2696"/>
      <pc:docMkLst>
        <pc:docMk/>
      </pc:docMkLst>
      <pc:sldChg chg="modSp mod">
        <pc:chgData name="Sanchez Christensen, Oscar" userId="af5c745b-7c13-40df-8da2-bc4a3d92a253" providerId="ADAL" clId="{E3E98FAE-BF52-4B94-94CA-4E15B096DB83}" dt="2025-05-05T17:21:19.059" v="129" actId="20577"/>
        <pc:sldMkLst>
          <pc:docMk/>
          <pc:sldMk cId="858529191" sldId="256"/>
        </pc:sldMkLst>
        <pc:spChg chg="mod">
          <ac:chgData name="Sanchez Christensen, Oscar" userId="af5c745b-7c13-40df-8da2-bc4a3d92a253" providerId="ADAL" clId="{E3E98FAE-BF52-4B94-94CA-4E15B096DB83}" dt="2025-05-05T17:21:10.558" v="90" actId="20577"/>
          <ac:spMkLst>
            <pc:docMk/>
            <pc:sldMk cId="858529191" sldId="256"/>
            <ac:spMk id="2" creationId="{C19B6EE2-32C7-8B8E-ABD7-4B36A5DC0625}"/>
          </ac:spMkLst>
        </pc:spChg>
        <pc:spChg chg="mod">
          <ac:chgData name="Sanchez Christensen, Oscar" userId="af5c745b-7c13-40df-8da2-bc4a3d92a253" providerId="ADAL" clId="{E3E98FAE-BF52-4B94-94CA-4E15B096DB83}" dt="2025-05-05T17:21:19.059" v="129" actId="20577"/>
          <ac:spMkLst>
            <pc:docMk/>
            <pc:sldMk cId="858529191" sldId="256"/>
            <ac:spMk id="3" creationId="{69630CFF-8C5A-C761-39C6-43A12FA0C5CE}"/>
          </ac:spMkLst>
        </pc:spChg>
      </pc:sldChg>
      <pc:sldChg chg="addSp delSp modSp new mod">
        <pc:chgData name="Sanchez Christensen, Oscar" userId="af5c745b-7c13-40df-8da2-bc4a3d92a253" providerId="ADAL" clId="{E3E98FAE-BF52-4B94-94CA-4E15B096DB83}" dt="2025-05-06T01:01:43.231" v="1208" actId="1076"/>
        <pc:sldMkLst>
          <pc:docMk/>
          <pc:sldMk cId="3385958835" sldId="257"/>
        </pc:sldMkLst>
        <pc:spChg chg="mod">
          <ac:chgData name="Sanchez Christensen, Oscar" userId="af5c745b-7c13-40df-8da2-bc4a3d92a253" providerId="ADAL" clId="{E3E98FAE-BF52-4B94-94CA-4E15B096DB83}" dt="2025-05-05T17:21:24.035" v="141" actId="20577"/>
          <ac:spMkLst>
            <pc:docMk/>
            <pc:sldMk cId="3385958835" sldId="257"/>
            <ac:spMk id="2" creationId="{5456F15A-1E13-8839-D67E-3A1BA07F1ED2}"/>
          </ac:spMkLst>
        </pc:spChg>
        <pc:spChg chg="mod">
          <ac:chgData name="Sanchez Christensen, Oscar" userId="af5c745b-7c13-40df-8da2-bc4a3d92a253" providerId="ADAL" clId="{E3E98FAE-BF52-4B94-94CA-4E15B096DB83}" dt="2025-05-06T00:56:02.100" v="1136" actId="20577"/>
          <ac:spMkLst>
            <pc:docMk/>
            <pc:sldMk cId="3385958835" sldId="257"/>
            <ac:spMk id="3" creationId="{F8CF24B1-EF59-1800-B3F1-0908AD26758B}"/>
          </ac:spMkLst>
        </pc:spChg>
        <pc:picChg chg="add mod">
          <ac:chgData name="Sanchez Christensen, Oscar" userId="af5c745b-7c13-40df-8da2-bc4a3d92a253" providerId="ADAL" clId="{E3E98FAE-BF52-4B94-94CA-4E15B096DB83}" dt="2025-05-05T17:36:45.883" v="596" actId="1076"/>
          <ac:picMkLst>
            <pc:docMk/>
            <pc:sldMk cId="3385958835" sldId="257"/>
            <ac:picMk id="4" creationId="{EB93A09C-87E8-A5FA-961D-C9464552F833}"/>
          </ac:picMkLst>
        </pc:picChg>
        <pc:picChg chg="add mod">
          <ac:chgData name="Sanchez Christensen, Oscar" userId="af5c745b-7c13-40df-8da2-bc4a3d92a253" providerId="ADAL" clId="{E3E98FAE-BF52-4B94-94CA-4E15B096DB83}" dt="2025-05-05T17:36:49.990" v="597" actId="1076"/>
          <ac:picMkLst>
            <pc:docMk/>
            <pc:sldMk cId="3385958835" sldId="257"/>
            <ac:picMk id="1026" creationId="{AAE236E1-E46C-5572-D40B-63837B074AAC}"/>
          </ac:picMkLst>
        </pc:picChg>
        <pc:picChg chg="add mod">
          <ac:chgData name="Sanchez Christensen, Oscar" userId="af5c745b-7c13-40df-8da2-bc4a3d92a253" providerId="ADAL" clId="{E3E98FAE-BF52-4B94-94CA-4E15B096DB83}" dt="2025-05-05T17:36:40.182" v="592" actId="1076"/>
          <ac:picMkLst>
            <pc:docMk/>
            <pc:sldMk cId="3385958835" sldId="257"/>
            <ac:picMk id="1028" creationId="{8D66ECB4-33F0-EB1D-8429-3C0B6DCAA47A}"/>
          </ac:picMkLst>
        </pc:picChg>
        <pc:picChg chg="add del mod">
          <ac:chgData name="Sanchez Christensen, Oscar" userId="af5c745b-7c13-40df-8da2-bc4a3d92a253" providerId="ADAL" clId="{E3E98FAE-BF52-4B94-94CA-4E15B096DB83}" dt="2025-05-06T01:01:29.600" v="1202" actId="478"/>
          <ac:picMkLst>
            <pc:docMk/>
            <pc:sldMk cId="3385958835" sldId="257"/>
            <ac:picMk id="1030" creationId="{EB8E4878-D390-487C-8CFC-ABBE1ACE283D}"/>
          </ac:picMkLst>
        </pc:picChg>
        <pc:picChg chg="add mod">
          <ac:chgData name="Sanchez Christensen, Oscar" userId="af5c745b-7c13-40df-8da2-bc4a3d92a253" providerId="ADAL" clId="{E3E98FAE-BF52-4B94-94CA-4E15B096DB83}" dt="2025-05-06T01:01:43.231" v="1208" actId="1076"/>
          <ac:picMkLst>
            <pc:docMk/>
            <pc:sldMk cId="3385958835" sldId="257"/>
            <ac:picMk id="1032" creationId="{9FFD70AF-0B48-D16A-6C06-D967F2CCED11}"/>
          </ac:picMkLst>
        </pc:picChg>
      </pc:sldChg>
      <pc:sldChg chg="addSp delSp modSp new mod modNotesTx">
        <pc:chgData name="Sanchez Christensen, Oscar" userId="af5c745b-7c13-40df-8da2-bc4a3d92a253" providerId="ADAL" clId="{E3E98FAE-BF52-4B94-94CA-4E15B096DB83}" dt="2025-05-06T01:00:32.646" v="1188" actId="1076"/>
        <pc:sldMkLst>
          <pc:docMk/>
          <pc:sldMk cId="1810622447" sldId="258"/>
        </pc:sldMkLst>
        <pc:spChg chg="mod">
          <ac:chgData name="Sanchez Christensen, Oscar" userId="af5c745b-7c13-40df-8da2-bc4a3d92a253" providerId="ADAL" clId="{E3E98FAE-BF52-4B94-94CA-4E15B096DB83}" dt="2025-05-05T17:23:19.659" v="193" actId="20577"/>
          <ac:spMkLst>
            <pc:docMk/>
            <pc:sldMk cId="1810622447" sldId="258"/>
            <ac:spMk id="2" creationId="{ABB36C42-1B87-CB88-5E6B-C20C44CEF592}"/>
          </ac:spMkLst>
        </pc:spChg>
        <pc:spChg chg="del mod">
          <ac:chgData name="Sanchez Christensen, Oscar" userId="af5c745b-7c13-40df-8da2-bc4a3d92a253" providerId="ADAL" clId="{E3E98FAE-BF52-4B94-94CA-4E15B096DB83}" dt="2025-05-06T00:59:09.942" v="1171" actId="478"/>
          <ac:spMkLst>
            <pc:docMk/>
            <pc:sldMk cId="1810622447" sldId="258"/>
            <ac:spMk id="3" creationId="{3279FDC6-93EB-7A31-0006-1A0ECD345727}"/>
          </ac:spMkLst>
        </pc:spChg>
        <pc:spChg chg="add mod">
          <ac:chgData name="Sanchez Christensen, Oscar" userId="af5c745b-7c13-40df-8da2-bc4a3d92a253" providerId="ADAL" clId="{E3E98FAE-BF52-4B94-94CA-4E15B096DB83}" dt="2025-05-06T01:00:27.527" v="1187" actId="1076"/>
          <ac:spMkLst>
            <pc:docMk/>
            <pc:sldMk cId="1810622447" sldId="258"/>
            <ac:spMk id="16" creationId="{0DCA090E-F06F-240E-D5A4-9E82FD7FADAA}"/>
          </ac:spMkLst>
        </pc:spChg>
        <pc:graphicFrameChg chg="add mod modGraphic">
          <ac:chgData name="Sanchez Christensen, Oscar" userId="af5c745b-7c13-40df-8da2-bc4a3d92a253" providerId="ADAL" clId="{E3E98FAE-BF52-4B94-94CA-4E15B096DB83}" dt="2025-05-06T01:00:01.935" v="1180" actId="1076"/>
          <ac:graphicFrameMkLst>
            <pc:docMk/>
            <pc:sldMk cId="1810622447" sldId="258"/>
            <ac:graphicFrameMk id="10" creationId="{3DBD4D82-9CF5-856D-C982-D551410A5FC3}"/>
          </ac:graphicFrameMkLst>
        </pc:graphicFrameChg>
        <pc:picChg chg="add del mod">
          <ac:chgData name="Sanchez Christensen, Oscar" userId="af5c745b-7c13-40df-8da2-bc4a3d92a253" providerId="ADAL" clId="{E3E98FAE-BF52-4B94-94CA-4E15B096DB83}" dt="2025-05-06T00:58:59.874" v="1167" actId="478"/>
          <ac:picMkLst>
            <pc:docMk/>
            <pc:sldMk cId="1810622447" sldId="258"/>
            <ac:picMk id="5" creationId="{392AC8AC-2D93-8054-58BB-FAA502FD96E9}"/>
          </ac:picMkLst>
        </pc:picChg>
        <pc:picChg chg="add del mod">
          <ac:chgData name="Sanchez Christensen, Oscar" userId="af5c745b-7c13-40df-8da2-bc4a3d92a253" providerId="ADAL" clId="{E3E98FAE-BF52-4B94-94CA-4E15B096DB83}" dt="2025-05-05T18:40:12.422" v="683" actId="478"/>
          <ac:picMkLst>
            <pc:docMk/>
            <pc:sldMk cId="1810622447" sldId="258"/>
            <ac:picMk id="7" creationId="{2F236F53-AEC6-AC70-205E-67463DAEFBF4}"/>
          </ac:picMkLst>
        </pc:picChg>
        <pc:picChg chg="add del mod">
          <ac:chgData name="Sanchez Christensen, Oscar" userId="af5c745b-7c13-40df-8da2-bc4a3d92a253" providerId="ADAL" clId="{E3E98FAE-BF52-4B94-94CA-4E15B096DB83}" dt="2025-05-06T00:59:45.163" v="1176" actId="21"/>
          <ac:picMkLst>
            <pc:docMk/>
            <pc:sldMk cId="1810622447" sldId="258"/>
            <ac:picMk id="9" creationId="{552C94F6-C987-6A17-ACC7-03FFCBF35477}"/>
          </ac:picMkLst>
        </pc:picChg>
        <pc:picChg chg="add mod">
          <ac:chgData name="Sanchez Christensen, Oscar" userId="af5c745b-7c13-40df-8da2-bc4a3d92a253" providerId="ADAL" clId="{E3E98FAE-BF52-4B94-94CA-4E15B096DB83}" dt="2025-05-06T00:59:59.241" v="1179" actId="1076"/>
          <ac:picMkLst>
            <pc:docMk/>
            <pc:sldMk cId="1810622447" sldId="258"/>
            <ac:picMk id="12" creationId="{3003D25B-EDC0-1DF4-5E4E-BEBD496EBAC3}"/>
          </ac:picMkLst>
        </pc:picChg>
        <pc:picChg chg="add mod">
          <ac:chgData name="Sanchez Christensen, Oscar" userId="af5c745b-7c13-40df-8da2-bc4a3d92a253" providerId="ADAL" clId="{E3E98FAE-BF52-4B94-94CA-4E15B096DB83}" dt="2025-05-06T00:59:56.152" v="1178" actId="1076"/>
          <ac:picMkLst>
            <pc:docMk/>
            <pc:sldMk cId="1810622447" sldId="258"/>
            <ac:picMk id="14" creationId="{5B3A2356-B92D-4C54-0B65-EBE2A559D790}"/>
          </ac:picMkLst>
        </pc:picChg>
        <pc:picChg chg="add mod">
          <ac:chgData name="Sanchez Christensen, Oscar" userId="af5c745b-7c13-40df-8da2-bc4a3d92a253" providerId="ADAL" clId="{E3E98FAE-BF52-4B94-94CA-4E15B096DB83}" dt="2025-05-06T01:00:32.646" v="1188" actId="1076"/>
          <ac:picMkLst>
            <pc:docMk/>
            <pc:sldMk cId="1810622447" sldId="258"/>
            <ac:picMk id="15" creationId="{552C94F6-C987-6A17-ACC7-03FFCBF35477}"/>
          </ac:picMkLst>
        </pc:picChg>
      </pc:sldChg>
      <pc:sldChg chg="addSp modSp new mod ord">
        <pc:chgData name="Sanchez Christensen, Oscar" userId="af5c745b-7c13-40df-8da2-bc4a3d92a253" providerId="ADAL" clId="{E3E98FAE-BF52-4B94-94CA-4E15B096DB83}" dt="2025-05-06T01:05:05.640" v="1250" actId="1076"/>
        <pc:sldMkLst>
          <pc:docMk/>
          <pc:sldMk cId="2285914424" sldId="259"/>
        </pc:sldMkLst>
        <pc:spChg chg="mod">
          <ac:chgData name="Sanchez Christensen, Oscar" userId="af5c745b-7c13-40df-8da2-bc4a3d92a253" providerId="ADAL" clId="{E3E98FAE-BF52-4B94-94CA-4E15B096DB83}" dt="2025-05-05T17:24:05.614" v="270" actId="20577"/>
          <ac:spMkLst>
            <pc:docMk/>
            <pc:sldMk cId="2285914424" sldId="259"/>
            <ac:spMk id="2" creationId="{670AB96B-8174-F758-657E-ECBA6B3FDD51}"/>
          </ac:spMkLst>
        </pc:spChg>
        <pc:spChg chg="mod">
          <ac:chgData name="Sanchez Christensen, Oscar" userId="af5c745b-7c13-40df-8da2-bc4a3d92a253" providerId="ADAL" clId="{E3E98FAE-BF52-4B94-94CA-4E15B096DB83}" dt="2025-05-06T01:03:59.624" v="1237" actId="1076"/>
          <ac:spMkLst>
            <pc:docMk/>
            <pc:sldMk cId="2285914424" sldId="259"/>
            <ac:spMk id="3" creationId="{5C6766F5-1CBE-45FE-E679-C6879072968C}"/>
          </ac:spMkLst>
        </pc:spChg>
        <pc:picChg chg="add mod">
          <ac:chgData name="Sanchez Christensen, Oscar" userId="af5c745b-7c13-40df-8da2-bc4a3d92a253" providerId="ADAL" clId="{E3E98FAE-BF52-4B94-94CA-4E15B096DB83}" dt="2025-05-06T01:04:07.974" v="1241" actId="1076"/>
          <ac:picMkLst>
            <pc:docMk/>
            <pc:sldMk cId="2285914424" sldId="259"/>
            <ac:picMk id="5" creationId="{ED7CBA4B-0C1F-1F63-3F09-59C520BE82AA}"/>
          </ac:picMkLst>
        </pc:picChg>
        <pc:picChg chg="add mod">
          <ac:chgData name="Sanchez Christensen, Oscar" userId="af5c745b-7c13-40df-8da2-bc4a3d92a253" providerId="ADAL" clId="{E3E98FAE-BF52-4B94-94CA-4E15B096DB83}" dt="2025-05-06T01:05:05.640" v="1250" actId="1076"/>
          <ac:picMkLst>
            <pc:docMk/>
            <pc:sldMk cId="2285914424" sldId="259"/>
            <ac:picMk id="7" creationId="{60946329-546F-FEFE-49BF-C17EF464655B}"/>
          </ac:picMkLst>
        </pc:picChg>
      </pc:sldChg>
      <pc:sldChg chg="addSp modSp new mod">
        <pc:chgData name="Sanchez Christensen, Oscar" userId="af5c745b-7c13-40df-8da2-bc4a3d92a253" providerId="ADAL" clId="{E3E98FAE-BF52-4B94-94CA-4E15B096DB83}" dt="2025-05-06T01:03:47.064" v="1234" actId="1076"/>
        <pc:sldMkLst>
          <pc:docMk/>
          <pc:sldMk cId="2283754380" sldId="260"/>
        </pc:sldMkLst>
        <pc:spChg chg="mod">
          <ac:chgData name="Sanchez Christensen, Oscar" userId="af5c745b-7c13-40df-8da2-bc4a3d92a253" providerId="ADAL" clId="{E3E98FAE-BF52-4B94-94CA-4E15B096DB83}" dt="2025-05-05T17:24:34.851" v="334" actId="20577"/>
          <ac:spMkLst>
            <pc:docMk/>
            <pc:sldMk cId="2283754380" sldId="260"/>
            <ac:spMk id="2" creationId="{EA80A4F0-9837-2DBA-BD4C-3396064C3382}"/>
          </ac:spMkLst>
        </pc:spChg>
        <pc:spChg chg="mod">
          <ac:chgData name="Sanchez Christensen, Oscar" userId="af5c745b-7c13-40df-8da2-bc4a3d92a253" providerId="ADAL" clId="{E3E98FAE-BF52-4B94-94CA-4E15B096DB83}" dt="2025-05-05T17:24:59.268" v="386" actId="20577"/>
          <ac:spMkLst>
            <pc:docMk/>
            <pc:sldMk cId="2283754380" sldId="260"/>
            <ac:spMk id="3" creationId="{6B366982-B7E5-189B-7A75-2C9CF67C09D0}"/>
          </ac:spMkLst>
        </pc:spChg>
        <pc:picChg chg="add mod">
          <ac:chgData name="Sanchez Christensen, Oscar" userId="af5c745b-7c13-40df-8da2-bc4a3d92a253" providerId="ADAL" clId="{E3E98FAE-BF52-4B94-94CA-4E15B096DB83}" dt="2025-05-06T01:03:47.064" v="1234" actId="1076"/>
          <ac:picMkLst>
            <pc:docMk/>
            <pc:sldMk cId="2283754380" sldId="260"/>
            <ac:picMk id="5" creationId="{7DB5D4D8-19F5-EDEE-49C8-697F344FC45A}"/>
          </ac:picMkLst>
        </pc:picChg>
        <pc:picChg chg="add mod">
          <ac:chgData name="Sanchez Christensen, Oscar" userId="af5c745b-7c13-40df-8da2-bc4a3d92a253" providerId="ADAL" clId="{E3E98FAE-BF52-4B94-94CA-4E15B096DB83}" dt="2025-05-06T01:03:41.018" v="1231" actId="1076"/>
          <ac:picMkLst>
            <pc:docMk/>
            <pc:sldMk cId="2283754380" sldId="260"/>
            <ac:picMk id="7" creationId="{98B7B57C-38EA-EA9F-65FA-BF7F22BCC07C}"/>
          </ac:picMkLst>
        </pc:picChg>
        <pc:picChg chg="add mod">
          <ac:chgData name="Sanchez Christensen, Oscar" userId="af5c745b-7c13-40df-8da2-bc4a3d92a253" providerId="ADAL" clId="{E3E98FAE-BF52-4B94-94CA-4E15B096DB83}" dt="2025-05-06T01:03:45.247" v="1233" actId="1076"/>
          <ac:picMkLst>
            <pc:docMk/>
            <pc:sldMk cId="2283754380" sldId="260"/>
            <ac:picMk id="9" creationId="{CB056924-77A7-698D-AD5F-CD84D6260E5E}"/>
          </ac:picMkLst>
        </pc:picChg>
      </pc:sldChg>
      <pc:sldChg chg="addSp delSp modSp new mod setBg modClrScheme chgLayout">
        <pc:chgData name="Sanchez Christensen, Oscar" userId="af5c745b-7c13-40df-8da2-bc4a3d92a253" providerId="ADAL" clId="{E3E98FAE-BF52-4B94-94CA-4E15B096DB83}" dt="2025-05-05T17:20:00.150" v="18" actId="1076"/>
        <pc:sldMkLst>
          <pc:docMk/>
          <pc:sldMk cId="525647103" sldId="261"/>
        </pc:sldMkLst>
        <pc:picChg chg="add mod">
          <ac:chgData name="Sanchez Christensen, Oscar" userId="af5c745b-7c13-40df-8da2-bc4a3d92a253" providerId="ADAL" clId="{E3E98FAE-BF52-4B94-94CA-4E15B096DB83}" dt="2025-05-05T17:20:00.150" v="18" actId="1076"/>
          <ac:picMkLst>
            <pc:docMk/>
            <pc:sldMk cId="525647103" sldId="261"/>
            <ac:picMk id="3" creationId="{0F1F5718-729E-CB52-2236-6D2143F7C427}"/>
          </ac:picMkLst>
        </pc:picChg>
      </pc:sldChg>
      <pc:sldChg chg="addSp modSp new mod modTransition">
        <pc:chgData name="Sanchez Christensen, Oscar" userId="af5c745b-7c13-40df-8da2-bc4a3d92a253" providerId="ADAL" clId="{E3E98FAE-BF52-4B94-94CA-4E15B096DB83}" dt="2025-05-06T01:07:19.285" v="1252" actId="1076"/>
        <pc:sldMkLst>
          <pc:docMk/>
          <pc:sldMk cId="1271433629" sldId="262"/>
        </pc:sldMkLst>
        <pc:spChg chg="mod">
          <ac:chgData name="Sanchez Christensen, Oscar" userId="af5c745b-7c13-40df-8da2-bc4a3d92a253" providerId="ADAL" clId="{E3E98FAE-BF52-4B94-94CA-4E15B096DB83}" dt="2025-05-06T00:54:00.860" v="882" actId="20577"/>
          <ac:spMkLst>
            <pc:docMk/>
            <pc:sldMk cId="1271433629" sldId="262"/>
            <ac:spMk id="2" creationId="{C87E5031-4977-670B-74A5-BB9531F9E7B4}"/>
          </ac:spMkLst>
        </pc:spChg>
        <pc:spChg chg="mod">
          <ac:chgData name="Sanchez Christensen, Oscar" userId="af5c745b-7c13-40df-8da2-bc4a3d92a253" providerId="ADAL" clId="{E3E98FAE-BF52-4B94-94CA-4E15B096DB83}" dt="2025-05-06T01:07:19.285" v="1252" actId="1076"/>
          <ac:spMkLst>
            <pc:docMk/>
            <pc:sldMk cId="1271433629" sldId="262"/>
            <ac:spMk id="3" creationId="{4A675ED1-2A66-3D6C-584F-0FBF45E338DD}"/>
          </ac:spMkLst>
        </pc:spChg>
        <pc:picChg chg="add mod">
          <ac:chgData name="Sanchez Christensen, Oscar" userId="af5c745b-7c13-40df-8da2-bc4a3d92a253" providerId="ADAL" clId="{E3E98FAE-BF52-4B94-94CA-4E15B096DB83}" dt="2025-05-06T00:53:17.468" v="877" actId="14100"/>
          <ac:picMkLst>
            <pc:docMk/>
            <pc:sldMk cId="1271433629" sldId="262"/>
            <ac:picMk id="4" creationId="{8E437EDA-E55B-FCDD-F382-F3047A786D70}"/>
          </ac:picMkLst>
        </pc:picChg>
        <pc:picChg chg="add mod">
          <ac:chgData name="Sanchez Christensen, Oscar" userId="af5c745b-7c13-40df-8da2-bc4a3d92a253" providerId="ADAL" clId="{E3E98FAE-BF52-4B94-94CA-4E15B096DB83}" dt="2025-05-06T00:51:54.432" v="841" actId="1076"/>
          <ac:picMkLst>
            <pc:docMk/>
            <pc:sldMk cId="1271433629" sldId="262"/>
            <ac:picMk id="2050" creationId="{BB594B2F-6F56-47EE-F501-B7C2192D7D9E}"/>
          </ac:picMkLst>
        </pc:picChg>
      </pc:sldChg>
      <pc:sldChg chg="addSp delSp modSp new mod modTransition">
        <pc:chgData name="Sanchez Christensen, Oscar" userId="af5c745b-7c13-40df-8da2-bc4a3d92a253" providerId="ADAL" clId="{E3E98FAE-BF52-4B94-94CA-4E15B096DB83}" dt="2025-05-06T00:53:53.071" v="878" actId="1076"/>
        <pc:sldMkLst>
          <pc:docMk/>
          <pc:sldMk cId="1705767808" sldId="263"/>
        </pc:sldMkLst>
        <pc:spChg chg="mod">
          <ac:chgData name="Sanchez Christensen, Oscar" userId="af5c745b-7c13-40df-8da2-bc4a3d92a253" providerId="ADAL" clId="{E3E98FAE-BF52-4B94-94CA-4E15B096DB83}" dt="2025-05-06T00:52:17.758" v="865" actId="20577"/>
          <ac:spMkLst>
            <pc:docMk/>
            <pc:sldMk cId="1705767808" sldId="263"/>
            <ac:spMk id="2" creationId="{D09BB6A3-F5CE-832E-1015-A84A4EEF0810}"/>
          </ac:spMkLst>
        </pc:spChg>
        <pc:spChg chg="del">
          <ac:chgData name="Sanchez Christensen, Oscar" userId="af5c745b-7c13-40df-8da2-bc4a3d92a253" providerId="ADAL" clId="{E3E98FAE-BF52-4B94-94CA-4E15B096DB83}" dt="2025-05-06T00:49:50.299" v="799"/>
          <ac:spMkLst>
            <pc:docMk/>
            <pc:sldMk cId="1705767808" sldId="263"/>
            <ac:spMk id="3" creationId="{E8454727-10DC-12F0-167A-D1EDACA98474}"/>
          </ac:spMkLst>
        </pc:spChg>
        <pc:picChg chg="add mod">
          <ac:chgData name="Sanchez Christensen, Oscar" userId="af5c745b-7c13-40df-8da2-bc4a3d92a253" providerId="ADAL" clId="{E3E98FAE-BF52-4B94-94CA-4E15B096DB83}" dt="2025-05-06T00:53:53.071" v="878" actId="1076"/>
          <ac:picMkLst>
            <pc:docMk/>
            <pc:sldMk cId="1705767808" sldId="263"/>
            <ac:picMk id="5" creationId="{B2ABBE7C-DA60-2CCA-0B3E-61750D7F7B2C}"/>
          </ac:picMkLst>
        </pc:picChg>
        <pc:picChg chg="add mod">
          <ac:chgData name="Sanchez Christensen, Oscar" userId="af5c745b-7c13-40df-8da2-bc4a3d92a253" providerId="ADAL" clId="{E3E98FAE-BF52-4B94-94CA-4E15B096DB83}" dt="2025-05-06T00:51:39.223" v="838" actId="1076"/>
          <ac:picMkLst>
            <pc:docMk/>
            <pc:sldMk cId="1705767808" sldId="263"/>
            <ac:picMk id="7" creationId="{9A4639B0-53DC-CFAF-F3A0-E83C350D7185}"/>
          </ac:picMkLst>
        </pc:picChg>
      </pc:sldChg>
      <pc:sldChg chg="modSp new del mod">
        <pc:chgData name="Sanchez Christensen, Oscar" userId="af5c745b-7c13-40df-8da2-bc4a3d92a253" providerId="ADAL" clId="{E3E98FAE-BF52-4B94-94CA-4E15B096DB83}" dt="2025-05-06T01:07:28.896" v="1253" actId="2696"/>
        <pc:sldMkLst>
          <pc:docMk/>
          <pc:sldMk cId="595075935" sldId="264"/>
        </pc:sldMkLst>
        <pc:spChg chg="mod">
          <ac:chgData name="Sanchez Christensen, Oscar" userId="af5c745b-7c13-40df-8da2-bc4a3d92a253" providerId="ADAL" clId="{E3E98FAE-BF52-4B94-94CA-4E15B096DB83}" dt="2025-05-06T00:49:40.286" v="798" actId="20577"/>
          <ac:spMkLst>
            <pc:docMk/>
            <pc:sldMk cId="595075935" sldId="264"/>
            <ac:spMk id="2" creationId="{234234AE-456F-CC01-E865-0FCB82AA58B1}"/>
          </ac:spMkLst>
        </pc:spChg>
      </pc:sldChg>
      <pc:sldChg chg="new del">
        <pc:chgData name="Sanchez Christensen, Oscar" userId="af5c745b-7c13-40df-8da2-bc4a3d92a253" providerId="ADAL" clId="{E3E98FAE-BF52-4B94-94CA-4E15B096DB83}" dt="2025-05-06T00:49:29.977" v="782" actId="47"/>
        <pc:sldMkLst>
          <pc:docMk/>
          <pc:sldMk cId="2561434761" sldId="264"/>
        </pc:sldMkLst>
      </pc:sldChg>
      <pc:sldChg chg="new del">
        <pc:chgData name="Sanchez Christensen, Oscar" userId="af5c745b-7c13-40df-8da2-bc4a3d92a253" providerId="ADAL" clId="{E3E98FAE-BF52-4B94-94CA-4E15B096DB83}" dt="2025-05-06T01:04:14.712" v="1243" actId="47"/>
        <pc:sldMkLst>
          <pc:docMk/>
          <pc:sldMk cId="259056076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1FF33-9C44-4463-9644-E0C37F3D821D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F007B-42AB-4E66-B15B-61D4C3B60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4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F007B-42AB-4E66-B15B-61D4C3B602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9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0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1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5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3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4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7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2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3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5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6B7A891-8B6A-4DE0-BEC8-17E98417D34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1B65092-4B3C-4B34-9730-6599CA03F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storymaps.arcgis.com/stories/805d12a871ff4882bbb51095e0bbe89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6EE2-32C7-8B8E-ABD7-4B36A5DC0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Clean water access in the Mexican state of Morelos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0CFF-8C5A-C761-39C6-43A12FA0C5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Oscar Sanchez Christensen</a:t>
            </a:r>
          </a:p>
        </p:txBody>
      </p:sp>
    </p:spTree>
    <p:extLst>
      <p:ext uri="{BB962C8B-B14F-4D97-AF65-F5344CB8AC3E}">
        <p14:creationId xmlns:p14="http://schemas.microsoft.com/office/powerpoint/2010/main" val="85852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5031-4977-670B-74A5-BB9531F9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75ED1-2A66-3D6C-584F-0FBF45E33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2298128"/>
            <a:ext cx="4919472" cy="2261743"/>
          </a:xfrm>
        </p:spPr>
        <p:txBody>
          <a:bodyPr/>
          <a:lstStyle/>
          <a:p>
            <a:r>
              <a:rPr lang="en-US" dirty="0"/>
              <a:t>Discover which towns in Morelos have access to clean water and see if population correlates with cleanliness.</a:t>
            </a:r>
          </a:p>
        </p:txBody>
      </p:sp>
      <p:pic>
        <p:nvPicPr>
          <p:cNvPr id="2050" name="Picture 2" descr="Vector Maps of Mexico | Free Vector Maps">
            <a:extLst>
              <a:ext uri="{FF2B5EF4-FFF2-40B4-BE49-F238E27FC236}">
                <a16:creationId xmlns:a16="http://schemas.microsoft.com/office/drawing/2014/main" id="{BB594B2F-6F56-47EE-F501-B7C2192D7D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327" r="3333" b="8647"/>
          <a:stretch/>
        </p:blipFill>
        <p:spPr bwMode="auto">
          <a:xfrm>
            <a:off x="5757672" y="1939691"/>
            <a:ext cx="6106520" cy="412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E437EDA-E55B-FCDD-F382-F3047A786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32" b="96842" l="2414" r="95299">
                        <a14:foregroundMark x1="25032" y1="12368" x2="37484" y2="9474"/>
                        <a14:foregroundMark x1="52605" y1="13553" x2="54130" y2="8421"/>
                        <a14:foregroundMark x1="30496" y1="12105" x2="25286" y2="5132"/>
                        <a14:foregroundMark x1="90978" y1="23158" x2="90978" y2="23158"/>
                        <a14:foregroundMark x1="92376" y1="30132" x2="92376" y2="30132"/>
                        <a14:foregroundMark x1="95299" y1="17237" x2="95299" y2="17237"/>
                        <a14:foregroundMark x1="7624" y1="52105" x2="7624" y2="52105"/>
                        <a14:foregroundMark x1="2668" y1="53026" x2="2668" y2="53026"/>
                        <a14:foregroundMark x1="51207" y1="91974" x2="51207" y2="91974"/>
                        <a14:foregroundMark x1="51207" y1="96842" x2="51207" y2="968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074" y="4983861"/>
            <a:ext cx="179513" cy="17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3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B6A3-F5CE-832E-1015-A84A4EEF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localities</a:t>
            </a:r>
          </a:p>
        </p:txBody>
      </p:sp>
      <p:pic>
        <p:nvPicPr>
          <p:cNvPr id="5" name="Content Placeholder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2ABBE7C-DA60-2CCA-0B3E-61750D7F7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09" b="97193" l="2240" r="96311">
                        <a14:foregroundMark x1="24242" y1="9091" x2="26087" y2="6150"/>
                        <a14:foregroundMark x1="22266" y1="10561" x2="24242" y2="3209"/>
                        <a14:foregroundMark x1="86298" y1="27139" x2="96311" y2="18182"/>
                        <a14:foregroundMark x1="54677" y1="82487" x2="53755" y2="92914"/>
                        <a14:foregroundMark x1="52569" y1="95053" x2="52306" y2="97193"/>
                        <a14:foregroundMark x1="13043" y1="63503" x2="5797" y2="57219"/>
                        <a14:foregroundMark x1="7246" y1="53075" x2="2240" y2="524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7265"/>
            <a:ext cx="4551576" cy="4485611"/>
          </a:xfrm>
        </p:spPr>
      </p:pic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9A4639B0-53DC-CFAF-F3A0-E83C350D7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32" b="96842" l="2414" r="95299">
                        <a14:foregroundMark x1="25032" y1="12368" x2="37484" y2="9474"/>
                        <a14:foregroundMark x1="52605" y1="13553" x2="54130" y2="8421"/>
                        <a14:foregroundMark x1="30496" y1="12105" x2="25286" y2="5132"/>
                        <a14:foregroundMark x1="90978" y1="23158" x2="90978" y2="23158"/>
                        <a14:foregroundMark x1="92376" y1="30132" x2="92376" y2="30132"/>
                        <a14:foregroundMark x1="95299" y1="17237" x2="95299" y2="17237"/>
                        <a14:foregroundMark x1="7624" y1="52105" x2="7624" y2="52105"/>
                        <a14:foregroundMark x1="2668" y1="53026" x2="2668" y2="53026"/>
                        <a14:foregroundMark x1="51207" y1="91974" x2="51207" y2="91974"/>
                        <a14:foregroundMark x1="51207" y1="96842" x2="51207" y2="968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032" y="2007265"/>
            <a:ext cx="4644968" cy="448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67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F15A-1E13-8839-D67E-3A1BA07F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F24B1-EF59-1800-B3F1-0908AD26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RENAMECA</a:t>
            </a:r>
          </a:p>
          <a:p>
            <a:pPr lvl="1"/>
            <a:r>
              <a:rPr lang="en-US" dirty="0"/>
              <a:t>CONAGUA</a:t>
            </a:r>
          </a:p>
          <a:p>
            <a:pPr lvl="2"/>
            <a:r>
              <a:rPr lang="en-US" dirty="0"/>
              <a:t>7251 test sites</a:t>
            </a:r>
          </a:p>
          <a:p>
            <a:pPr lvl="3"/>
            <a:r>
              <a:rPr lang="en-US" dirty="0"/>
              <a:t>188 in Morelos</a:t>
            </a:r>
          </a:p>
          <a:p>
            <a:pPr lvl="2"/>
            <a:r>
              <a:rPr lang="en-US" dirty="0"/>
              <a:t>446 unique data types</a:t>
            </a:r>
          </a:p>
          <a:p>
            <a:r>
              <a:rPr lang="en-US" dirty="0"/>
              <a:t>INEGI</a:t>
            </a:r>
          </a:p>
          <a:p>
            <a:pPr lvl="1"/>
            <a:r>
              <a:rPr lang="en-US" dirty="0"/>
              <a:t>Population Data</a:t>
            </a:r>
          </a:p>
          <a:p>
            <a:pPr lvl="1"/>
            <a:r>
              <a:rPr lang="en-US" dirty="0"/>
              <a:t>10-year Census</a:t>
            </a:r>
          </a:p>
          <a:p>
            <a:r>
              <a:rPr lang="en-US" dirty="0"/>
              <a:t>DATA Mexico</a:t>
            </a:r>
          </a:p>
          <a:p>
            <a:pPr lvl="1"/>
            <a:r>
              <a:rPr lang="en-US" dirty="0"/>
              <a:t>Waterbodies</a:t>
            </a:r>
          </a:p>
        </p:txBody>
      </p:sp>
      <p:pic>
        <p:nvPicPr>
          <p:cNvPr id="1026" name="Picture 2" descr="CONAGUA logo vector download free">
            <a:extLst>
              <a:ext uri="{FF2B5EF4-FFF2-40B4-BE49-F238E27FC236}">
                <a16:creationId xmlns:a16="http://schemas.microsoft.com/office/drawing/2014/main" id="{AAE236E1-E46C-5572-D40B-63837B074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225" y="973232"/>
            <a:ext cx="2633471" cy="263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D66ECB4-33F0-EB1D-8429-3C0B6DCAA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204" y="4039362"/>
            <a:ext cx="2426970" cy="252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ollage of different images of water&#10;&#10;AI-generated content may be incorrect.">
            <a:extLst>
              <a:ext uri="{FF2B5EF4-FFF2-40B4-BE49-F238E27FC236}">
                <a16:creationId xmlns:a16="http://schemas.microsoft.com/office/drawing/2014/main" id="{EB93A09C-87E8-A5FA-961D-C9464552F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891" y="1006443"/>
            <a:ext cx="3849334" cy="256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Data México lanza sección de Anuncios Públicos de Inversión Extranjera">
            <a:extLst>
              <a:ext uri="{FF2B5EF4-FFF2-40B4-BE49-F238E27FC236}">
                <a16:creationId xmlns:a16="http://schemas.microsoft.com/office/drawing/2014/main" id="{9FFD70AF-0B48-D16A-6C06-D967F2CCE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376" y="4027440"/>
            <a:ext cx="4189454" cy="235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6C42-1B87-CB88-5E6B-C20C44CE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BD4D82-9CF5-856D-C982-D551410A5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04601"/>
              </p:ext>
            </p:extLst>
          </p:nvPr>
        </p:nvGraphicFramePr>
        <p:xfrm>
          <a:off x="838200" y="5993382"/>
          <a:ext cx="10515600" cy="5043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9976">
                  <a:extLst>
                    <a:ext uri="{9D8B030D-6E8A-4147-A177-3AD203B41FA5}">
                      <a16:colId xmlns:a16="http://schemas.microsoft.com/office/drawing/2014/main" val="3054141140"/>
                    </a:ext>
                  </a:extLst>
                </a:gridCol>
                <a:gridCol w="557490">
                  <a:extLst>
                    <a:ext uri="{9D8B030D-6E8A-4147-A177-3AD203B41FA5}">
                      <a16:colId xmlns:a16="http://schemas.microsoft.com/office/drawing/2014/main" val="1596782077"/>
                    </a:ext>
                  </a:extLst>
                </a:gridCol>
                <a:gridCol w="1068126">
                  <a:extLst>
                    <a:ext uri="{9D8B030D-6E8A-4147-A177-3AD203B41FA5}">
                      <a16:colId xmlns:a16="http://schemas.microsoft.com/office/drawing/2014/main" val="3813230131"/>
                    </a:ext>
                  </a:extLst>
                </a:gridCol>
                <a:gridCol w="830764">
                  <a:extLst>
                    <a:ext uri="{9D8B030D-6E8A-4147-A177-3AD203B41FA5}">
                      <a16:colId xmlns:a16="http://schemas.microsoft.com/office/drawing/2014/main" val="4191756822"/>
                    </a:ext>
                  </a:extLst>
                </a:gridCol>
                <a:gridCol w="899995">
                  <a:extLst>
                    <a:ext uri="{9D8B030D-6E8A-4147-A177-3AD203B41FA5}">
                      <a16:colId xmlns:a16="http://schemas.microsoft.com/office/drawing/2014/main" val="803628356"/>
                    </a:ext>
                  </a:extLst>
                </a:gridCol>
                <a:gridCol w="801094">
                  <a:extLst>
                    <a:ext uri="{9D8B030D-6E8A-4147-A177-3AD203B41FA5}">
                      <a16:colId xmlns:a16="http://schemas.microsoft.com/office/drawing/2014/main" val="4110697202"/>
                    </a:ext>
                  </a:extLst>
                </a:gridCol>
                <a:gridCol w="959335">
                  <a:extLst>
                    <a:ext uri="{9D8B030D-6E8A-4147-A177-3AD203B41FA5}">
                      <a16:colId xmlns:a16="http://schemas.microsoft.com/office/drawing/2014/main" val="2754348203"/>
                    </a:ext>
                  </a:extLst>
                </a:gridCol>
                <a:gridCol w="830764">
                  <a:extLst>
                    <a:ext uri="{9D8B030D-6E8A-4147-A177-3AD203B41FA5}">
                      <a16:colId xmlns:a16="http://schemas.microsoft.com/office/drawing/2014/main" val="1013639873"/>
                    </a:ext>
                  </a:extLst>
                </a:gridCol>
                <a:gridCol w="1068126">
                  <a:extLst>
                    <a:ext uri="{9D8B030D-6E8A-4147-A177-3AD203B41FA5}">
                      <a16:colId xmlns:a16="http://schemas.microsoft.com/office/drawing/2014/main" val="2455727492"/>
                    </a:ext>
                  </a:extLst>
                </a:gridCol>
                <a:gridCol w="1246147">
                  <a:extLst>
                    <a:ext uri="{9D8B030D-6E8A-4147-A177-3AD203B41FA5}">
                      <a16:colId xmlns:a16="http://schemas.microsoft.com/office/drawing/2014/main" val="4028797394"/>
                    </a:ext>
                  </a:extLst>
                </a:gridCol>
                <a:gridCol w="623074">
                  <a:extLst>
                    <a:ext uri="{9D8B030D-6E8A-4147-A177-3AD203B41FA5}">
                      <a16:colId xmlns:a16="http://schemas.microsoft.com/office/drawing/2014/main" val="423439638"/>
                    </a:ext>
                  </a:extLst>
                </a:gridCol>
                <a:gridCol w="1060709">
                  <a:extLst>
                    <a:ext uri="{9D8B030D-6E8A-4147-A177-3AD203B41FA5}">
                      <a16:colId xmlns:a16="http://schemas.microsoft.com/office/drawing/2014/main" val="3792138662"/>
                    </a:ext>
                  </a:extLst>
                </a:gridCol>
              </a:tblGrid>
              <a:tr h="2225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Attributes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Alkalinity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Fecal coliforms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Escherichia coli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Oxygen Demand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Total Nitrogen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Total Phosphorus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Surface salinity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Dissolved Oxygen %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Total Suspended Solids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Turbidity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Water temperature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extLst>
                  <a:ext uri="{0D108BD9-81ED-4DB2-BD59-A6C34878D82A}">
                    <a16:rowId xmlns:a16="http://schemas.microsoft.com/office/drawing/2014/main" val="1155932643"/>
                  </a:ext>
                </a:extLst>
              </a:tr>
              <a:tr h="148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Clean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20-200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Below 200 CFU/100mL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Below 50 mg/L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Below 0.5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Below 10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Below 0.1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Under 800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Above 6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Under 10 mg/L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Under 5 NTU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20-25 Degrees </a:t>
                      </a:r>
                      <a:r>
                        <a:rPr lang="en-US" sz="900" u="none" strike="noStrike" dirty="0" err="1">
                          <a:effectLst/>
                        </a:rPr>
                        <a:t>Celcius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19" marR="7419" marT="7419" marB="0" anchor="ctr"/>
                </a:tc>
                <a:extLst>
                  <a:ext uri="{0D108BD9-81ED-4DB2-BD59-A6C34878D82A}">
                    <a16:rowId xmlns:a16="http://schemas.microsoft.com/office/drawing/2014/main" val="391040550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003D25B-EDC0-1DF4-5E4E-BEBD496E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15" y="3258861"/>
            <a:ext cx="5087538" cy="26659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3A2356-B92D-4C54-0B65-EBE2A559D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24488"/>
            <a:ext cx="5001768" cy="2610752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2C94F6-C987-6A17-ACC7-03FFCBF354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457" y="3235239"/>
            <a:ext cx="2136479" cy="24992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CA090E-F06F-240E-D5A4-9E82FD7FADAA}"/>
              </a:ext>
            </a:extLst>
          </p:cNvPr>
          <p:cNvSpPr txBox="1"/>
          <p:nvPr/>
        </p:nvSpPr>
        <p:spPr>
          <a:xfrm>
            <a:off x="1682496" y="1862799"/>
            <a:ext cx="4754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Editing excel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clean vs dirty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XY Table to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Join</a:t>
            </a:r>
          </a:p>
        </p:txBody>
      </p:sp>
    </p:spTree>
    <p:extLst>
      <p:ext uri="{BB962C8B-B14F-4D97-AF65-F5344CB8AC3E}">
        <p14:creationId xmlns:p14="http://schemas.microsoft.com/office/powerpoint/2010/main" val="181062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0A4F0-9837-2DBA-BD4C-3396064C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closest water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6982-B7E5-189B-7A75-2C9CF67C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geography</a:t>
            </a:r>
          </a:p>
          <a:p>
            <a:r>
              <a:rPr lang="en-US" dirty="0"/>
              <a:t>Spatial Join</a:t>
            </a:r>
          </a:p>
          <a:p>
            <a:r>
              <a:rPr lang="en-US" dirty="0"/>
              <a:t>XY to line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B5D4D8-19F5-EDEE-49C8-697F344FC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885" y="2055494"/>
            <a:ext cx="2202023" cy="365163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B7B57C-38EA-EA9F-65FA-BF7F22BCC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632" y="2055494"/>
            <a:ext cx="2609480" cy="365163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056924-77A7-698D-AD5F-CD84D6260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16" y="3694781"/>
            <a:ext cx="5475145" cy="20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5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B96B-8174-F758-657E-ECBA6B3F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spike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66F5-1CBE-45FE-E679-C6879072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3315780"/>
            <a:ext cx="10515600" cy="3322447"/>
          </a:xfrm>
        </p:spPr>
        <p:txBody>
          <a:bodyPr/>
          <a:lstStyle/>
          <a:p>
            <a:r>
              <a:rPr lang="en-US" dirty="0"/>
              <a:t>Symbol effects</a:t>
            </a:r>
          </a:p>
          <a:p>
            <a:pPr lvl="1"/>
            <a:r>
              <a:rPr lang="en-US" dirty="0"/>
              <a:t>Scale and move</a:t>
            </a:r>
          </a:p>
          <a:p>
            <a:r>
              <a:rPr lang="en-US" dirty="0"/>
              <a:t>Arcade expressions</a:t>
            </a:r>
          </a:p>
          <a:p>
            <a:r>
              <a:rPr lang="en-US" dirty="0"/>
              <a:t>Drawing orders</a:t>
            </a:r>
          </a:p>
          <a:p>
            <a:r>
              <a:rPr lang="en-US" dirty="0"/>
              <a:t>Huge resource </a:t>
            </a:r>
          </a:p>
          <a:p>
            <a:pPr lvl="1"/>
            <a:r>
              <a:rPr lang="en-US" dirty="0">
                <a:hlinkClick r:id="rId2"/>
              </a:rPr>
              <a:t>https://storymaps.arcgis.com/stories/805d12a871ff4882bbb51095e0bbe89d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7CBA4B-0C1F-1F63-3F09-59C520BE8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266" y="1717803"/>
            <a:ext cx="7015382" cy="3611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946329-546F-FEFE-49BF-C17EF4646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252" y="1365810"/>
            <a:ext cx="2076798" cy="194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1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F1F5718-729E-CB52-2236-6D2143F7C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693" y="431461"/>
            <a:ext cx="7760613" cy="59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4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184</Words>
  <Application>Microsoft Office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Clean water access in the Mexican state of Morelos</vt:lpstr>
      <vt:lpstr>Why?</vt:lpstr>
      <vt:lpstr>Selection of localities</vt:lpstr>
      <vt:lpstr>Data Sources</vt:lpstr>
      <vt:lpstr>Data manipulation</vt:lpstr>
      <vt:lpstr>Identifying closest water source </vt:lpstr>
      <vt:lpstr>Creating a spike 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 Christensen, Oscar</dc:creator>
  <cp:lastModifiedBy>Sanchez Christensen, Oscar</cp:lastModifiedBy>
  <cp:revision>1</cp:revision>
  <dcterms:created xsi:type="dcterms:W3CDTF">2025-05-01T16:16:21Z</dcterms:created>
  <dcterms:modified xsi:type="dcterms:W3CDTF">2025-05-06T01:07:32Z</dcterms:modified>
</cp:coreProperties>
</file>